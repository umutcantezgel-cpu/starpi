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the lighting tender closes in April.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Harbor Library Renovation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Status update, spring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Approved: 240,000 EUR</a:t>
            </a:r>
          </a:p>
          <a:p>
            <a:r>
              <a:t>Spent so far: 61,000 EUR</a:t>
            </a:r>
          </a:p>
          <a:p>
            <a:pPr lvl="1"/>
            <a:r>
              <a:t>Lighting tender still open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Start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May 2026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September 2026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Sample</dc:title>
  <dcterms:created xsi:type="dcterms:W3CDTF">2026-01-01T00:00:00Z</dcterms:created>
  <dcterms:modified xsi:type="dcterms:W3CDTF">2026-01-01T00:00:00Z</dcterms:modified>
</cp:coreProperties>
</file>